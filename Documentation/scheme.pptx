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720" userDrawn="1">
          <p15:clr>
            <a:srgbClr val="A4A3A4"/>
          </p15:clr>
        </p15:guide>
        <p15:guide id="2" pos="504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37"/>
    <p:restoredTop sz="94694"/>
  </p:normalViewPr>
  <p:slideViewPr>
    <p:cSldViewPr snapToGrid="0" showGuides="1">
      <p:cViewPr>
        <p:scale>
          <a:sx n="88" d="100"/>
          <a:sy n="88" d="100"/>
        </p:scale>
        <p:origin x="424" y="800"/>
      </p:cViewPr>
      <p:guideLst>
        <p:guide orient="horz" pos="3720"/>
        <p:guide pos="504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A696DE-EFDA-A826-B276-DC091963801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472B60D-DBDF-252D-ADBA-706E99FAC9F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6D5D583-001A-6EAC-F352-CEEA8729BA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8EFA0D-4436-0A4C-89AF-245E77E7FDD8}" type="datetimeFigureOut">
              <a:rPr lang="en-US" smtClean="0"/>
              <a:t>7/31/25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D5107F3-C5E4-9727-C955-4110075A37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54784B9-DBA8-07CF-CBFE-761870B63E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CFBCA5-42BD-EE46-B8D3-76E7A8CB7A1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433486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61A927-6C8A-5B30-7D3C-BA6A0C0BBD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D2E5D2C-E565-6396-2256-F6D29BE4C62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9164978-3623-1086-D684-42054CA8B5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8EFA0D-4436-0A4C-89AF-245E77E7FDD8}" type="datetimeFigureOut">
              <a:rPr lang="en-US" smtClean="0"/>
              <a:t>7/31/25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9527533-F14D-24FA-1DA5-38034B7DFD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4529CA3-EC30-22F6-EDDB-889192CDE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CFBCA5-42BD-EE46-B8D3-76E7A8CB7A1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12608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7ABFEE-EE4A-2AA8-2384-4D09A14A7A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32120F7-A01B-AD9A-9659-0670E3F0304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5CE28F8-56D6-A399-D5E4-002AF931AA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8EFA0D-4436-0A4C-89AF-245E77E7FDD8}" type="datetimeFigureOut">
              <a:rPr lang="en-US" smtClean="0"/>
              <a:t>7/31/25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8FCDD32-5FA2-582E-1355-A4FCB985A7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21052EF-FCFD-2FBB-93C5-20A2AB37B5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CFBCA5-42BD-EE46-B8D3-76E7A8CB7A1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6082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3589B5-EB00-3EE2-E972-6399DE8CA7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565CA12-F104-7FB4-FB22-2522A31C503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AB9FD71-8DF1-3CE0-D401-DBC92892D77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8790A3E-F7CF-2143-6174-7C44ECDE8C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8EFA0D-4436-0A4C-89AF-245E77E7FDD8}" type="datetimeFigureOut">
              <a:rPr lang="en-US" smtClean="0"/>
              <a:t>7/31/25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B1254A3-3F52-A37D-4EE4-678186B4BF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E2A0426-EBE5-3583-E087-C5FF211478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CFBCA5-42BD-EE46-B8D3-76E7A8CB7A1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060511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C6C3C1-71A3-B2B2-4E77-1B6DE5B01C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8362543-C9D9-2D78-03C4-59595839C6B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7A3329B-16F0-6D44-1797-7CE8E154963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0B008DF-FDB8-ADA3-A227-0A89CBE6F25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10459ED-56E5-2084-CC3C-0436643CDC6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AE5D12A-FD60-A004-2FB7-5F1E8730A3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8EFA0D-4436-0A4C-89AF-245E77E7FDD8}" type="datetimeFigureOut">
              <a:rPr lang="en-US" smtClean="0"/>
              <a:t>7/31/25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ED9D5CA-0424-3F25-7973-0171958E0F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1E03147-6E7A-43C4-E425-C6D75A0DBC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CFBCA5-42BD-EE46-B8D3-76E7A8CB7A1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404354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049302-4F1A-4E68-28A0-0D6598DA80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1F62FFE-E851-0EFF-2117-F4AFE91A41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8EFA0D-4436-0A4C-89AF-245E77E7FDD8}" type="datetimeFigureOut">
              <a:rPr lang="en-US" smtClean="0"/>
              <a:t>7/31/25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7F56658-21D1-5DEE-EABB-DAB3F9CF90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5E809C0-5B92-0825-FF25-D841DDE7DC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CFBCA5-42BD-EE46-B8D3-76E7A8CB7A1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59897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B566488-3AC6-50B8-1AE5-52850FA4FF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8EFA0D-4436-0A4C-89AF-245E77E7FDD8}" type="datetimeFigureOut">
              <a:rPr lang="en-US" smtClean="0"/>
              <a:t>7/31/25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146FE5F-6A58-7FF4-F008-4503E11FD0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F5A8623-BA87-8A12-2815-CA8F30A9B6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CFBCA5-42BD-EE46-B8D3-76E7A8CB7A1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489352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F4B63F-452C-0EBD-DB2E-A63FCDB62B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6BFAAE1-A08E-107D-0E4F-39B2FE7A2DD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2A4E7B2-41A9-E81E-C755-CD74B2E6767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358FB5B-AF76-9571-4D6A-70D340CFE8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8EFA0D-4436-0A4C-89AF-245E77E7FDD8}" type="datetimeFigureOut">
              <a:rPr lang="en-US" smtClean="0"/>
              <a:t>7/31/25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C1EEDB5-45F0-817E-CD52-F283070F0E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C26E8BE-6D2B-7678-9EB5-56E957739F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CFBCA5-42BD-EE46-B8D3-76E7A8CB7A1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841357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B0B7DF-08F7-C2BE-B547-ACC43922A3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3E71C51-CB7E-4048-9C88-88A9FD457B5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18D7451-E100-7FEF-0F0B-C417051589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6CD5353-A900-55B8-68A0-7F7D44237D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8EFA0D-4436-0A4C-89AF-245E77E7FDD8}" type="datetimeFigureOut">
              <a:rPr lang="en-US" smtClean="0"/>
              <a:t>7/31/25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9237D27-A1B4-EA5D-6AC7-A9CD0C763A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A0AB06F-F0D6-00D1-516E-7EFF288BF3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CFBCA5-42BD-EE46-B8D3-76E7A8CB7A1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856172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E5FA20-DC72-3213-D400-DE4BAAA828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D96E083-510A-A231-EAA2-87D320F42FD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EA90B9F-75D3-7D63-DF4D-CECD9106F7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8EFA0D-4436-0A4C-89AF-245E77E7FDD8}" type="datetimeFigureOut">
              <a:rPr lang="en-US" smtClean="0"/>
              <a:t>7/31/25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853DE56-2EB3-7C04-C4E9-676BEDB8B7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7306656-9019-87E0-1AAE-6DBB954557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CFBCA5-42BD-EE46-B8D3-76E7A8CB7A1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213418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44C664A-4A17-6755-EE42-60C814E064E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455E409-7C4E-29DD-AB6E-BF1FB5439FC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FCE2B5D-5A48-B773-3218-45A5DDC51A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8EFA0D-4436-0A4C-89AF-245E77E7FDD8}" type="datetimeFigureOut">
              <a:rPr lang="en-US" smtClean="0"/>
              <a:t>7/31/25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E34102A-CEEE-B0B8-E9AB-848FE58243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D88C606-2E11-DAB6-BC9B-17A4983541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CFBCA5-42BD-EE46-B8D3-76E7A8CB7A1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872902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9078123-3688-B7A1-2C70-7BB9CF3B40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22D83F4-668F-B07C-A69F-72B7FB24CE3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3B75206-63A9-0252-21FB-0BAA0DD346A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78EFA0D-4436-0A4C-89AF-245E77E7FDD8}" type="datetimeFigureOut">
              <a:rPr lang="en-US" smtClean="0"/>
              <a:t>7/31/25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75914D6-C784-ECF6-A72D-FB5F6C14B2E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6FEC660-1750-FCA6-1F27-23AF1516196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CCFBCA5-42BD-EE46-B8D3-76E7A8CB7A1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707886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479EAA27-D5B7-8252-D499-10F63402F24E}"/>
              </a:ext>
            </a:extLst>
          </p:cNvPr>
          <p:cNvSpPr/>
          <p:nvPr/>
        </p:nvSpPr>
        <p:spPr>
          <a:xfrm>
            <a:off x="1451113" y="989709"/>
            <a:ext cx="2382225" cy="887105"/>
          </a:xfrm>
          <a:prstGeom prst="roundRect">
            <a:avLst>
              <a:gd name="adj" fmla="val 7367"/>
            </a:avLst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000" b="1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Radar</a:t>
            </a: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42C7596B-2B51-9090-786B-3A2F46DD08BE}"/>
              </a:ext>
            </a:extLst>
          </p:cNvPr>
          <p:cNvSpPr/>
          <p:nvPr/>
        </p:nvSpPr>
        <p:spPr>
          <a:xfrm>
            <a:off x="8530940" y="989709"/>
            <a:ext cx="2382225" cy="887105"/>
          </a:xfrm>
          <a:prstGeom prst="roundRect">
            <a:avLst>
              <a:gd name="adj" fmla="val 7367"/>
            </a:avLst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000" b="1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AI processing</a:t>
            </a: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A2F6BE75-E415-EECC-D361-8789BD7BA1E7}"/>
              </a:ext>
            </a:extLst>
          </p:cNvPr>
          <p:cNvSpPr/>
          <p:nvPr/>
        </p:nvSpPr>
        <p:spPr>
          <a:xfrm>
            <a:off x="1451113" y="5018395"/>
            <a:ext cx="9462052" cy="887105"/>
          </a:xfrm>
          <a:prstGeom prst="roundRect">
            <a:avLst>
              <a:gd name="adj" fmla="val 7367"/>
            </a:avLst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000" b="1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Backend &amp; frontend</a:t>
            </a: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DADC0306-5AC5-889C-8A00-B61B1B06FA31}"/>
              </a:ext>
            </a:extLst>
          </p:cNvPr>
          <p:cNvCxnSpPr>
            <a:cxnSpLocks/>
            <a:stCxn id="4" idx="3"/>
            <a:endCxn id="5" idx="1"/>
          </p:cNvCxnSpPr>
          <p:nvPr/>
        </p:nvCxnSpPr>
        <p:spPr>
          <a:xfrm>
            <a:off x="3833338" y="1433262"/>
            <a:ext cx="4697602" cy="0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25596803-C1A5-142B-E4F2-D9FBFA4B4294}"/>
              </a:ext>
            </a:extLst>
          </p:cNvPr>
          <p:cNvSpPr txBox="1"/>
          <p:nvPr/>
        </p:nvSpPr>
        <p:spPr>
          <a:xfrm>
            <a:off x="5760459" y="1002374"/>
            <a:ext cx="671081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200" dirty="0">
                <a:latin typeface="Calibri" panose="020F0502020204030204" pitchFamily="34" charset="0"/>
                <a:cs typeface="Calibri" panose="020F0502020204030204" pitchFamily="34" charset="0"/>
              </a:rPr>
              <a:t>RDA</a:t>
            </a:r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3BD8D49F-9A68-D926-D21B-62B0A52B03F9}"/>
              </a:ext>
            </a:extLst>
          </p:cNvPr>
          <p:cNvCxnSpPr>
            <a:cxnSpLocks/>
          </p:cNvCxnSpPr>
          <p:nvPr/>
        </p:nvCxnSpPr>
        <p:spPr>
          <a:xfrm flipH="1">
            <a:off x="5369339" y="1876814"/>
            <a:ext cx="3539914" cy="3141581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83E7EDDC-BDF2-D89A-B52B-8B44AA52D678}"/>
              </a:ext>
            </a:extLst>
          </p:cNvPr>
          <p:cNvCxnSpPr>
            <a:cxnSpLocks/>
          </p:cNvCxnSpPr>
          <p:nvPr/>
        </p:nvCxnSpPr>
        <p:spPr>
          <a:xfrm flipH="1">
            <a:off x="6994939" y="1889353"/>
            <a:ext cx="3539914" cy="3141581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7DE84CBB-E554-FAA5-E40C-182105C93C49}"/>
              </a:ext>
            </a:extLst>
          </p:cNvPr>
          <p:cNvCxnSpPr>
            <a:cxnSpLocks/>
          </p:cNvCxnSpPr>
          <p:nvPr/>
        </p:nvCxnSpPr>
        <p:spPr>
          <a:xfrm flipH="1">
            <a:off x="6196652" y="1887378"/>
            <a:ext cx="3539914" cy="3141581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F447AB26-F9FE-F0D0-E717-B15DC79AFED8}"/>
              </a:ext>
            </a:extLst>
          </p:cNvPr>
          <p:cNvSpPr txBox="1"/>
          <p:nvPr/>
        </p:nvSpPr>
        <p:spPr>
          <a:xfrm>
            <a:off x="6631560" y="2850743"/>
            <a:ext cx="1083951" cy="430887"/>
          </a:xfrm>
          <a:prstGeom prst="rect">
            <a:avLst/>
          </a:prstGeom>
          <a:noFill/>
          <a:scene3d>
            <a:camera prst="orthographicFront">
              <a:rot lat="0" lon="0" rev="2400000"/>
            </a:camera>
            <a:lightRig rig="threePt" dir="t"/>
          </a:scene3d>
        </p:spPr>
        <p:txBody>
          <a:bodyPr wrap="none" rtlCol="0">
            <a:spAutoFit/>
          </a:bodyPr>
          <a:lstStyle/>
          <a:p>
            <a:r>
              <a:rPr lang="en-US" sz="2200" dirty="0">
                <a:latin typeface="Calibri" panose="020F0502020204030204" pitchFamily="34" charset="0"/>
                <a:cs typeface="Calibri" panose="020F0502020204030204" pitchFamily="34" charset="0"/>
              </a:rPr>
              <a:t>RD map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E5BC75DE-04FB-D45E-AC1B-BA1A82703B61}"/>
              </a:ext>
            </a:extLst>
          </p:cNvPr>
          <p:cNvSpPr txBox="1"/>
          <p:nvPr/>
        </p:nvSpPr>
        <p:spPr>
          <a:xfrm>
            <a:off x="7091540" y="3235712"/>
            <a:ext cx="1074333" cy="430887"/>
          </a:xfrm>
          <a:prstGeom prst="rect">
            <a:avLst/>
          </a:prstGeom>
          <a:noFill/>
          <a:scene3d>
            <a:camera prst="orthographicFront">
              <a:rot lat="0" lon="0" rev="2400000"/>
            </a:camera>
            <a:lightRig rig="threePt" dir="t"/>
          </a:scene3d>
        </p:spPr>
        <p:txBody>
          <a:bodyPr wrap="none" rtlCol="0">
            <a:spAutoFit/>
          </a:bodyPr>
          <a:lstStyle/>
          <a:p>
            <a:r>
              <a:rPr lang="en-US" sz="2200" dirty="0">
                <a:latin typeface="Calibri" panose="020F0502020204030204" pitchFamily="34" charset="0"/>
                <a:cs typeface="Calibri" panose="020F0502020204030204" pitchFamily="34" charset="0"/>
              </a:rPr>
              <a:t>RA map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E7357674-23FD-4EF5-B146-A0FB85D25704}"/>
              </a:ext>
            </a:extLst>
          </p:cNvPr>
          <p:cNvSpPr txBox="1"/>
          <p:nvPr/>
        </p:nvSpPr>
        <p:spPr>
          <a:xfrm>
            <a:off x="7379274" y="3576371"/>
            <a:ext cx="1484702" cy="430887"/>
          </a:xfrm>
          <a:prstGeom prst="rect">
            <a:avLst/>
          </a:prstGeom>
          <a:noFill/>
          <a:scene3d>
            <a:camera prst="orthographicFront">
              <a:rot lat="0" lon="0" rev="2400000"/>
            </a:camera>
            <a:lightRig rig="threePt" dir="t"/>
          </a:scene3d>
        </p:spPr>
        <p:txBody>
          <a:bodyPr wrap="none" rtlCol="0">
            <a:spAutoFit/>
          </a:bodyPr>
          <a:lstStyle/>
          <a:p>
            <a:r>
              <a:rPr lang="en-US" sz="2200" dirty="0">
                <a:latin typeface="Calibri" panose="020F0502020204030204" pitchFamily="34" charset="0"/>
                <a:cs typeface="Calibri" panose="020F0502020204030204" pitchFamily="34" charset="0"/>
              </a:rPr>
              <a:t># of targets</a:t>
            </a:r>
          </a:p>
        </p:txBody>
      </p:sp>
    </p:spTree>
    <p:extLst>
      <p:ext uri="{BB962C8B-B14F-4D97-AF65-F5344CB8AC3E}">
        <p14:creationId xmlns:p14="http://schemas.microsoft.com/office/powerpoint/2010/main" val="301594342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</TotalTime>
  <Words>14</Words>
  <Application>Microsoft Macintosh PowerPoint</Application>
  <PresentationFormat>Widescreen</PresentationFormat>
  <Paragraphs>7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Aptos</vt:lpstr>
      <vt:lpstr>Aptos Display</vt:lpstr>
      <vt:lpstr>Arial</vt:lpstr>
      <vt:lpstr>Calibri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Vaccari Alessandro</dc:creator>
  <cp:lastModifiedBy>Vaccari Alessandro</cp:lastModifiedBy>
  <cp:revision>2</cp:revision>
  <dcterms:created xsi:type="dcterms:W3CDTF">2025-07-31T18:45:24Z</dcterms:created>
  <dcterms:modified xsi:type="dcterms:W3CDTF">2025-07-31T19:00:21Z</dcterms:modified>
</cp:coreProperties>
</file>